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70" r:id="rId5"/>
    <p:sldId id="271" r:id="rId6"/>
    <p:sldId id="272" r:id="rId7"/>
    <p:sldId id="266" r:id="rId8"/>
    <p:sldId id="267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esktop\UH%202026A\Sistemas%20Distribu&#237;dos\Resumen%20de%20trabajo%20por%20semanas%20-%20remateP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Hoja1!$F$2</c:f>
              <c:strCache>
                <c:ptCount val="1"/>
                <c:pt idx="0">
                  <c:v>Horas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Hoja1!$E$3:$E$6</c:f>
              <c:strCache>
                <c:ptCount val="4"/>
                <c:pt idx="0">
                  <c:v>PO</c:v>
                </c:pt>
                <c:pt idx="1">
                  <c:v>Backend</c:v>
                </c:pt>
                <c:pt idx="2">
                  <c:v>QA</c:v>
                </c:pt>
                <c:pt idx="3">
                  <c:v>Frontend</c:v>
                </c:pt>
              </c:strCache>
            </c:strRef>
          </c:cat>
          <c:val>
            <c:numRef>
              <c:f>Hoja1!$F$3:$F$6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ematePos/RematePos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.xml"/><Relationship Id="rId4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573214" y="1895472"/>
            <a:ext cx="5222558" cy="17216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WEEKLY 6</a:t>
            </a: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24/03/2026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0" y="-2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sp>
        <p:nvSpPr>
          <p:cNvPr id="16" name="object 11"/>
          <p:cNvSpPr txBox="1"/>
          <p:nvPr/>
        </p:nvSpPr>
        <p:spPr>
          <a:xfrm>
            <a:off x="5795773" y="588384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255776" y="3286124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3311371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32269" y="2081893"/>
            <a:ext cx="68972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Durante la semana se trabajó en la definición y aplicación de varias decisiones arquitectónicas (ADR), organizadas por roles; además, se avanzó en la estructura general del sistema.</a:t>
            </a:r>
          </a:p>
          <a:p>
            <a:r>
              <a:rPr lang="es-419" dirty="0" smtClean="0"/>
              <a:t>Por un lado, en </a:t>
            </a:r>
            <a:r>
              <a:rPr lang="es-419" b="1" dirty="0" smtClean="0"/>
              <a:t>frontend</a:t>
            </a:r>
            <a:r>
              <a:rPr lang="es-419" dirty="0" smtClean="0"/>
              <a:t>, se implementaron las ADR 50, 51 y 52; enfocadas en mejorar la organización, reutilización de componentes y manejo del estado.</a:t>
            </a:r>
          </a:p>
          <a:p>
            <a:endParaRPr lang="es-419" dirty="0"/>
          </a:p>
          <a:p>
            <a:endParaRPr lang="es-419" dirty="0" smtClean="0"/>
          </a:p>
          <a:p>
            <a:r>
              <a:rPr lang="es-419" dirty="0" smtClean="0"/>
              <a:t>En </a:t>
            </a:r>
            <a:r>
              <a:rPr lang="es-419" b="1" dirty="0" smtClean="0"/>
              <a:t>backend</a:t>
            </a:r>
            <a:r>
              <a:rPr lang="es-419" dirty="0" smtClean="0"/>
              <a:t>, se desarrollaron las ADR 01, 04 y 05; relacionadas con la arquitectura por capas, uso de DTOs y validaciones de datos, lo cual fortalece la estructura del microservicio de productos</a:t>
            </a:r>
          </a:p>
          <a:p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3886200" cy="41637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224503"/>
            <a:ext cx="4038600" cy="2531411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3734" y="5933484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Enlace repo: </a:t>
            </a:r>
            <a:r>
              <a:rPr lang="es-CO" dirty="0" smtClean="0">
                <a:hlinkClick r:id="rId6"/>
              </a:rPr>
              <a:t>https://github.com/RematePos/RematePos</a:t>
            </a:r>
            <a:endParaRPr lang="es-CO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958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13654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8" name="Rectángulo 7"/>
          <p:cNvSpPr/>
          <p:nvPr/>
        </p:nvSpPr>
        <p:spPr>
          <a:xfrm>
            <a:off x="194308" y="1861141"/>
            <a:ext cx="54254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/>
              <a:t>D</a:t>
            </a:r>
            <a:r>
              <a:rPr lang="es-419" dirty="0" smtClean="0"/>
              <a:t>esde el rol de </a:t>
            </a:r>
            <a:r>
              <a:rPr lang="es-419" b="1" dirty="0" smtClean="0"/>
              <a:t>PO</a:t>
            </a:r>
            <a:r>
              <a:rPr lang="es-419" dirty="0" smtClean="0"/>
              <a:t>, se definieron las ADR 02, 03 y 08; centradas en el uso del API Gateway, separación de base de datos por microservicio y manejo de filtros dinámicos.</a:t>
            </a:r>
          </a:p>
          <a:p>
            <a:endParaRPr lang="es-419" dirty="0" smtClean="0"/>
          </a:p>
          <a:p>
            <a:r>
              <a:rPr lang="es-419" dirty="0" smtClean="0"/>
              <a:t>Finalmente, en </a:t>
            </a:r>
            <a:r>
              <a:rPr lang="es-419" b="1" dirty="0" smtClean="0"/>
              <a:t>QA</a:t>
            </a:r>
            <a:r>
              <a:rPr lang="es-419" dirty="0" smtClean="0"/>
              <a:t>, se trabajaron las ADR 11, 19 y 18; enfocadas en configuración por ambientes, calidad mediante CI y optimización con caché.</a:t>
            </a:r>
          </a:p>
          <a:p>
            <a:endParaRPr lang="es-ES" sz="1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212305"/>
            <a:ext cx="3427910" cy="244651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350" y="-25775"/>
            <a:ext cx="5153025" cy="524827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697" y="4876800"/>
            <a:ext cx="5135232" cy="1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13654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62945"/>
            <a:ext cx="5728339" cy="305750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0" y="1925411"/>
            <a:ext cx="5901720" cy="329758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264" y="3608557"/>
            <a:ext cx="5400675" cy="311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NO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1219200" y="2057400"/>
            <a:ext cx="6477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Principalmente, faltó integrar completamente algunas ADR entre frontend y backend; es decir, que todo funcione de punta a punta (por ejemplo: consumo real desde el frontend pasando por el gateway).</a:t>
            </a:r>
          </a:p>
          <a:p>
            <a:r>
              <a:rPr lang="es-419" dirty="0" smtClean="0"/>
              <a:t>También, se debe validar que todas las decisiones ya estén reflejadas en código funcional y no solo a nivel conceptual.</a:t>
            </a:r>
          </a:p>
          <a:p>
            <a:r>
              <a:rPr lang="es-419" dirty="0" smtClean="0"/>
              <a:t>Por otro lado, quedaron pendientes pruebas más completas; especialmente, pruebas de integración y validación de flujo completo.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3781693"/>
            <a:ext cx="9308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81000" y="2209800"/>
            <a:ext cx="9308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Para la siguiente semana, el enfoque será más práctico.</a:t>
            </a:r>
          </a:p>
          <a:p>
            <a:r>
              <a:rPr lang="es-419" dirty="0" smtClean="0"/>
              <a:t>Primero, se buscará </a:t>
            </a:r>
            <a:r>
              <a:rPr lang="es-419" b="1" dirty="0" smtClean="0"/>
              <a:t>integrar completamente frontend + backend + gateway</a:t>
            </a:r>
            <a:r>
              <a:rPr lang="es-419" dirty="0" smtClean="0"/>
              <a:t>; es decir, que el flujo de productos funcione real.</a:t>
            </a:r>
          </a:p>
          <a:p>
            <a:r>
              <a:rPr lang="es-419" dirty="0" smtClean="0"/>
              <a:t>Después, se trabajará en </a:t>
            </a:r>
            <a:r>
              <a:rPr lang="es-419" b="1" dirty="0" smtClean="0"/>
              <a:t>pruebas y validaciones</a:t>
            </a:r>
            <a:r>
              <a:rPr lang="es-419" dirty="0" smtClean="0"/>
              <a:t>; tanto manuales como automatizadas.</a:t>
            </a:r>
          </a:p>
          <a:p>
            <a:r>
              <a:rPr lang="es-419" dirty="0" smtClean="0"/>
              <a:t>Además, se continuará en la mejora de los ADR ya implementadas; especialmente en seguridad, autenticación y despliegue.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735183" y="152400"/>
            <a:ext cx="455140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28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Estimaciones</a:t>
            </a:r>
            <a:endParaRPr sz="280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0720" y="33337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992" y="3352800"/>
            <a:ext cx="2519343" cy="1579608"/>
          </a:xfrm>
          <a:prstGeom prst="rect">
            <a:avLst/>
          </a:prstGeom>
        </p:spPr>
      </p:pic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9240525"/>
              </p:ext>
            </p:extLst>
          </p:nvPr>
        </p:nvGraphicFramePr>
        <p:xfrm>
          <a:off x="4533224" y="1744731"/>
          <a:ext cx="5111863" cy="3435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</TotalTime>
  <Words>598</Words>
  <Application>Microsoft Office PowerPoint</Application>
  <PresentationFormat>Panorámica</PresentationFormat>
  <Paragraphs>43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ESTRUCTURA </vt:lpstr>
      <vt:lpstr>¿QUÉ SE HIZO?</vt:lpstr>
      <vt:lpstr>¿QUÉ SE HIZO?</vt:lpstr>
      <vt:lpstr>¿QUÉ SE HIZO?</vt:lpstr>
      <vt:lpstr>¿QUÉ NO SE HIZO?</vt:lpstr>
      <vt:lpstr>¿QUÉ SE VA A HACER?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Felipe Ardila</dc:creator>
  <cp:lastModifiedBy>USUARIO</cp:lastModifiedBy>
  <cp:revision>54</cp:revision>
  <dcterms:created xsi:type="dcterms:W3CDTF">2026-02-10T14:39:01Z</dcterms:created>
  <dcterms:modified xsi:type="dcterms:W3CDTF">2026-03-25T00:44:17Z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